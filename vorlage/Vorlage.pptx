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1"/>
  </p:notesMasterIdLst>
  <p:handoutMasterIdLst>
    <p:handoutMasterId r:id="rId12"/>
  </p:handoutMasterIdLst>
  <p:sldIdLst>
    <p:sldId id="296" r:id="rId5"/>
    <p:sldId id="297" r:id="rId6"/>
    <p:sldId id="265" r:id="rId7"/>
    <p:sldId id="262" r:id="rId8"/>
    <p:sldId id="280" r:id="rId9"/>
    <p:sldId id="279" r:id="rId10"/>
  </p:sldIdLst>
  <p:sldSz cx="12192000" cy="6858000"/>
  <p:notesSz cx="6858000" cy="9144000"/>
  <p:defaultTextStyle>
    <a:defPPr rtl="0"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2C7"/>
    <a:srgbClr val="0D1D51"/>
    <a:srgbClr val="DEB40B"/>
    <a:srgbClr val="2C567A"/>
    <a:srgbClr val="6666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F8E1D2C-5908-402D-8CF0-399B3C16D729}" v="137" dt="2026-05-10T16:53:24.881"/>
    <p1510:client id="{BACF3B61-FFDD-43C3-B4B8-19EAC29BF364}" v="264" dt="2026-05-08T17:39:59.997"/>
    <p1510:client id="{F3301E4B-0FEF-409D-A0A0-6447FD56E40C}" v="392" dt="2026-05-10T17:11:12.988"/>
  </p1510:revLst>
</p1510:revInfo>
</file>

<file path=ppt/tableStyles.xml><?xml version="1.0" encoding="utf-8"?>
<a:tblStyleLst xmlns:a="http://schemas.openxmlformats.org/drawingml/2006/main" def="{0E3FDE45-AF77-4B5C-9715-49D594BDF05E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834" autoAdjust="0"/>
    <p:restoredTop sz="87887" autoAdjust="0"/>
  </p:normalViewPr>
  <p:slideViewPr>
    <p:cSldViewPr snapToGrid="0" showGuides="1">
      <p:cViewPr>
        <p:scale>
          <a:sx n="100" d="100"/>
          <a:sy n="100" d="100"/>
        </p:scale>
        <p:origin x="-144" y="-6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00" d="100"/>
          <a:sy n="100" d="100"/>
        </p:scale>
        <p:origin x="1560" y="-146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27243D74-B9C1-450A-B0F3-6C6DCB0CF20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2C27C33-9BB1-41D5-A236-12767E7E722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97AB3EA8-A58D-4C92-A3AB-D271CCC294C7}" type="datetimeFigureOut">
              <a:rPr lang="en-US" smtClean="0"/>
              <a:t>5/10/2026</a:t>
            </a:fld>
            <a:endParaRPr lang="en-US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4A7EADB-04A4-4093-B238-438E2C7317A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DDD8696-706D-440E-AE04-4C644F0613E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722A5DE8-F2C4-4DB3-88D1-656DCD59E73E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98243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 noProof="0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0AEFB4FA-E877-413E-B608-88789D806C57}" type="datetimeFigureOut">
              <a:rPr lang="en-US" noProof="0" smtClean="0"/>
              <a:t>5/10/2026</a:t>
            </a:fld>
            <a:endParaRPr lang="en-US" noProof="0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 noProof="0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de" noProof="0"/>
              <a:t>Textmasterformate bearbeiten</a:t>
            </a:r>
          </a:p>
          <a:p>
            <a:pPr lvl="1" rtl="0"/>
            <a:r>
              <a:rPr lang="de" noProof="0"/>
              <a:t>Zweite Ebene</a:t>
            </a:r>
          </a:p>
          <a:p>
            <a:pPr lvl="2" rtl="0"/>
            <a:r>
              <a:rPr lang="de" noProof="0"/>
              <a:t>Dritte Ebene</a:t>
            </a:r>
          </a:p>
          <a:p>
            <a:pPr lvl="3" rtl="0"/>
            <a:r>
              <a:rPr lang="de" noProof="0"/>
              <a:t>Vierte Ebene</a:t>
            </a:r>
          </a:p>
          <a:p>
            <a:pPr lvl="4" rtl="0"/>
            <a:r>
              <a:rPr lang="de" noProof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 noProof="0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336304E-FDE3-4B4F-A3B7-EBE87F3FA5E2}" type="slidenum">
              <a:rPr lang="en-US" noProof="0" smtClean="0"/>
              <a:t>‹Nr.›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851386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336304E-FDE3-4B4F-A3B7-EBE87F3FA5E2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21903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d 3">
            <a:extLst>
              <a:ext uri="{FF2B5EF4-FFF2-40B4-BE49-F238E27FC236}">
                <a16:creationId xmlns:a16="http://schemas.microsoft.com/office/drawing/2014/main" id="{4FD93970-B13A-F96D-A4B1-3A1EE748410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" y="0"/>
            <a:ext cx="12202379" cy="6857999"/>
          </a:xfrm>
          <a:prstGeom prst="rect">
            <a:avLst/>
          </a:prstGeom>
        </p:spPr>
      </p:pic>
      <p:sp>
        <p:nvSpPr>
          <p:cNvPr id="2" name="Titel 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02920"/>
            <a:ext cx="10954512" cy="3246120"/>
          </a:xfrm>
        </p:spPr>
        <p:txBody>
          <a:bodyPr rtlCol="0" anchor="b">
            <a:noAutofit/>
          </a:bodyPr>
          <a:lstStyle>
            <a:lvl1pPr algn="ctr">
              <a:defRPr sz="6600" b="1" i="0" cap="none" baseline="0">
                <a:solidFill>
                  <a:schemeClr val="accent2">
                    <a:lumMod val="25000"/>
                  </a:schemeClr>
                </a:solidFill>
                <a:latin typeface="+mj-lt"/>
              </a:defRPr>
            </a:lvl1pPr>
          </a:lstStyle>
          <a:p>
            <a:pPr rtl="0"/>
            <a:endParaRPr lang="en-US" noProof="0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3758183"/>
            <a:ext cx="10954512" cy="1307592"/>
          </a:xfrm>
        </p:spPr>
        <p:txBody>
          <a:bodyPr rtlCol="0">
            <a:noAutofit/>
          </a:bodyPr>
          <a:lstStyle>
            <a:lvl1pPr marL="0" indent="0" algn="ctr">
              <a:buNone/>
              <a:defRPr sz="3200" b="0" cap="all" baseline="0">
                <a:solidFill>
                  <a:schemeClr val="accent2">
                    <a:lumMod val="25000"/>
                  </a:schemeClr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88496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 01"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 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850392"/>
            <a:ext cx="3913632" cy="4800600"/>
          </a:xfrm>
        </p:spPr>
        <p:txBody>
          <a:bodyPr rtlCol="0"/>
          <a:lstStyle>
            <a:lvl1pPr>
              <a:defRPr>
                <a:solidFill>
                  <a:schemeClr val="accent2">
                    <a:lumMod val="25000"/>
                  </a:schemeClr>
                </a:solidFill>
                <a:latin typeface="+mj-lt"/>
              </a:defRPr>
            </a:lvl1pPr>
          </a:lstStyle>
          <a:p>
            <a:pPr rtl="0"/>
            <a:r>
              <a:rPr lang="de"/>
              <a:t>Titelmasterformat durch Klicken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8384" y="1965960"/>
            <a:ext cx="4050792" cy="2953512"/>
          </a:xfrm>
        </p:spPr>
        <p:txBody>
          <a:bodyPr rtlCol="0" anchor="ctr" anchorCtr="0"/>
          <a:lstStyle>
            <a:lvl1pPr>
              <a:defRPr cap="all" baseline="0">
                <a:solidFill>
                  <a:schemeClr val="accent2">
                    <a:lumMod val="25000"/>
                  </a:schemeClr>
                </a:solidFill>
              </a:defRPr>
            </a:lvl1pPr>
          </a:lstStyle>
          <a:p>
            <a:pPr lvl="0" rtl="0"/>
            <a:r>
              <a:rPr lang="de"/>
              <a:t>Textmasterformat durch Klicken bearbeiten</a:t>
            </a:r>
          </a:p>
          <a:p>
            <a:pPr lvl="1" rtl="0"/>
            <a:r>
              <a:rPr lang="de"/>
              <a:t>Zweite Ebene</a:t>
            </a:r>
          </a:p>
          <a:p>
            <a:pPr lvl="2" rtl="0"/>
            <a:r>
              <a:rPr lang="de"/>
              <a:t>Dritte Ebene</a:t>
            </a:r>
          </a:p>
          <a:p>
            <a:pPr lvl="3" rtl="0"/>
            <a:r>
              <a:rPr lang="de"/>
              <a:t>Vierte Ebene</a:t>
            </a:r>
          </a:p>
          <a:p>
            <a:pPr lvl="4" rtl="0"/>
            <a:r>
              <a:rPr lang="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de"/>
              <a:t>06.08.20XX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BD12358-51D2-46B3-9BDE-DF29528B9454}" type="slidenum">
              <a:rPr lang="en-US" smtClean="0"/>
              <a:t>‹Nr.›</a:t>
            </a:fld>
            <a:endParaRPr lang="en-US" dirty="0"/>
          </a:p>
        </p:txBody>
      </p:sp>
      <p:sp>
        <p:nvSpPr>
          <p:cNvPr id="7" name="Abgerundetes Rechteck 4">
            <a:extLst>
              <a:ext uri="{FF2B5EF4-FFF2-40B4-BE49-F238E27FC236}">
                <a16:creationId xmlns:a16="http://schemas.microsoft.com/office/drawing/2014/main" id="{906EB944-76A9-6F98-104E-59CD34F5CF94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pic>
        <p:nvPicPr>
          <p:cNvPr id="11" name="Bild 7">
            <a:extLst>
              <a:ext uri="{FF2B5EF4-FFF2-40B4-BE49-F238E27FC236}">
                <a16:creationId xmlns:a16="http://schemas.microsoft.com/office/drawing/2014/main" id="{898C8E3F-6992-0D8A-CCA1-3DD2C147AA81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4756"/>
          <a:stretch/>
        </p:blipFill>
        <p:spPr>
          <a:xfrm>
            <a:off x="8853067" y="1"/>
            <a:ext cx="1875091" cy="1605320"/>
          </a:xfrm>
          <a:prstGeom prst="rect">
            <a:avLst/>
          </a:prstGeom>
        </p:spPr>
      </p:pic>
      <p:pic>
        <p:nvPicPr>
          <p:cNvPr id="13" name="Bild 7">
            <a:extLst>
              <a:ext uri="{FF2B5EF4-FFF2-40B4-BE49-F238E27FC236}">
                <a16:creationId xmlns:a16="http://schemas.microsoft.com/office/drawing/2014/main" id="{4417AC45-4CB7-72E8-3723-B1A3D81FB6E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713775" y="5533690"/>
            <a:ext cx="493392" cy="495528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AE5941EF-B160-313A-DA99-73C86EDC4C17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46794"/>
          <a:stretch/>
        </p:blipFill>
        <p:spPr>
          <a:xfrm>
            <a:off x="10316909" y="2723673"/>
            <a:ext cx="1875091" cy="3600981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EEC16221-5852-F1A3-24D1-8EF5E907173A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41791"/>
          <a:stretch/>
        </p:blipFill>
        <p:spPr>
          <a:xfrm>
            <a:off x="3497179" y="6324654"/>
            <a:ext cx="910220" cy="541368"/>
          </a:xfrm>
          <a:prstGeom prst="rect">
            <a:avLst/>
          </a:prstGeom>
        </p:spPr>
      </p:pic>
      <p:pic>
        <p:nvPicPr>
          <p:cNvPr id="19" name="Grafik 18">
            <a:extLst>
              <a:ext uri="{FF2B5EF4-FFF2-40B4-BE49-F238E27FC236}">
                <a16:creationId xmlns:a16="http://schemas.microsoft.com/office/drawing/2014/main" id="{5D8B34C3-E35E-0B4E-1F8E-59C449A3C8DD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31904"/>
          <a:stretch/>
        </p:blipFill>
        <p:spPr>
          <a:xfrm>
            <a:off x="1601212" y="0"/>
            <a:ext cx="1032928" cy="718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8555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umbruch 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d 4">
            <a:extLst>
              <a:ext uri="{FF2B5EF4-FFF2-40B4-BE49-F238E27FC236}">
                <a16:creationId xmlns:a16="http://schemas.microsoft.com/office/drawing/2014/main" id="{051FEFCE-5DDA-D353-F1BF-36752F5F079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2917"/>
            <a:ext cx="12197191" cy="6855082"/>
          </a:xfrm>
          <a:prstGeom prst="rect">
            <a:avLst/>
          </a:prstGeom>
        </p:spPr>
      </p:pic>
      <p:sp>
        <p:nvSpPr>
          <p:cNvPr id="2" name="Titel 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7824" y="1325880"/>
            <a:ext cx="10460736" cy="2286000"/>
          </a:xfrm>
        </p:spPr>
        <p:txBody>
          <a:bodyPr rtlCol="0" anchor="b">
            <a:noAutofit/>
          </a:bodyPr>
          <a:lstStyle>
            <a:lvl1pPr algn="ctr">
              <a:defRPr sz="6600" b="1" i="0" cap="none" spc="-150" baseline="0">
                <a:solidFill>
                  <a:schemeClr val="accent2">
                    <a:lumMod val="25000"/>
                  </a:schemeClr>
                </a:solidFill>
                <a:latin typeface="+mj-lt"/>
              </a:defRPr>
            </a:lvl1pPr>
          </a:lstStyle>
          <a:p>
            <a:pPr rtl="0"/>
            <a:endParaRPr lang="en-US" noProof="0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7824" y="3749040"/>
            <a:ext cx="10460736" cy="2286000"/>
          </a:xfrm>
        </p:spPr>
        <p:txBody>
          <a:bodyPr rtlCol="0">
            <a:noAutofit/>
          </a:bodyPr>
          <a:lstStyle>
            <a:lvl1pPr marL="0" indent="0" algn="ctr">
              <a:buNone/>
              <a:defRPr sz="3200" b="0" cap="all" baseline="0">
                <a:solidFill>
                  <a:schemeClr val="accent2">
                    <a:lumMod val="25000"/>
                  </a:schemeClr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02723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 02"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19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bgerundetes Rechteck 3">
            <a:extLst>
              <a:ext uri="{FF2B5EF4-FFF2-40B4-BE49-F238E27FC236}">
                <a16:creationId xmlns:a16="http://schemas.microsoft.com/office/drawing/2014/main" id="{B6718ABD-4EA5-E3C5-0225-F6671DCA53AD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D721A955-CA2D-A65D-6E60-DAAAA4ACFA38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1050"/>
          <a:stretch/>
        </p:blipFill>
        <p:spPr>
          <a:xfrm>
            <a:off x="0" y="2887579"/>
            <a:ext cx="2432421" cy="3604662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AB70155A-604C-AD00-BE69-4505C75CE01B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5874" b="-1"/>
          <a:stretch/>
        </p:blipFill>
        <p:spPr>
          <a:xfrm rot="5400000">
            <a:off x="11281284" y="2493882"/>
            <a:ext cx="1032928" cy="887899"/>
          </a:xfrm>
          <a:prstGeom prst="rect">
            <a:avLst/>
          </a:prstGeom>
        </p:spPr>
      </p:pic>
      <p:pic>
        <p:nvPicPr>
          <p:cNvPr id="10" name="Grafik 9">
            <a:extLst>
              <a:ext uri="{FF2B5EF4-FFF2-40B4-BE49-F238E27FC236}">
                <a16:creationId xmlns:a16="http://schemas.microsoft.com/office/drawing/2014/main" id="{F74D1084-EF5E-D016-13E0-1840BDFFD0AE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b="-880"/>
          <a:stretch/>
        </p:blipFill>
        <p:spPr>
          <a:xfrm>
            <a:off x="9897978" y="5987153"/>
            <a:ext cx="490012" cy="505088"/>
          </a:xfrm>
          <a:prstGeom prst="rect">
            <a:avLst/>
          </a:prstGeom>
        </p:spPr>
      </p:pic>
      <p:sp>
        <p:nvSpPr>
          <p:cNvPr id="2" name="Titel 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rtlCol="0" anchor="b"/>
          <a:lstStyle>
            <a:lvl1pPr>
              <a:defRPr>
                <a:latin typeface="+mj-lt"/>
              </a:defRPr>
            </a:lvl1pPr>
          </a:lstStyle>
          <a:p>
            <a:pPr rtl="0"/>
            <a:r>
              <a:rPr lang="de"/>
              <a:t>Titelmasterformat durch Klicken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304" y="2313432"/>
            <a:ext cx="6327648" cy="3218688"/>
          </a:xfrm>
        </p:spPr>
        <p:txBody>
          <a:bodyPr rtlCol="0" anchor="ctr" anchorCtr="0"/>
          <a:lstStyle/>
          <a:p>
            <a:pPr lvl="0" rtl="0"/>
            <a:r>
              <a:rPr lang="de"/>
              <a:t>Textmasterformat durch Klicken bearbeiten</a:t>
            </a:r>
          </a:p>
          <a:p>
            <a:pPr lvl="1" rtl="0"/>
            <a:r>
              <a:rPr lang="de"/>
              <a:t>Zweite Ebene</a:t>
            </a:r>
          </a:p>
          <a:p>
            <a:pPr lvl="2" rtl="0"/>
            <a:r>
              <a:rPr lang="de"/>
              <a:t>Dritte Ebene</a:t>
            </a:r>
          </a:p>
          <a:p>
            <a:pPr lvl="3" rtl="0"/>
            <a:r>
              <a:rPr lang="de"/>
              <a:t>Vierte Ebene</a:t>
            </a:r>
          </a:p>
          <a:p>
            <a:pPr lvl="4" rtl="0"/>
            <a:r>
              <a:rPr lang="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de"/>
              <a:t>06.08.20XX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BD12358-51D2-46B3-9BDE-DF29528B9454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9032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umbruch 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d 3">
            <a:extLst>
              <a:ext uri="{FF2B5EF4-FFF2-40B4-BE49-F238E27FC236}">
                <a16:creationId xmlns:a16="http://schemas.microsoft.com/office/drawing/2014/main" id="{5E1B9A11-4222-BB4A-66D3-D37C79AC57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-1" r="21" b="21"/>
          <a:stretch/>
        </p:blipFill>
        <p:spPr>
          <a:xfrm>
            <a:off x="-2595" y="1459"/>
            <a:ext cx="12197191" cy="6855082"/>
          </a:xfrm>
          <a:prstGeom prst="rect">
            <a:avLst/>
          </a:prstGeom>
        </p:spPr>
      </p:pic>
      <p:sp>
        <p:nvSpPr>
          <p:cNvPr id="2" name="Titel 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54296" y="27432"/>
            <a:ext cx="7004304" cy="3566160"/>
          </a:xfrm>
        </p:spPr>
        <p:txBody>
          <a:bodyPr rtlCol="0" anchor="b">
            <a:noAutofit/>
          </a:bodyPr>
          <a:lstStyle>
            <a:lvl1pPr algn="ctr">
              <a:defRPr sz="6000" b="1" i="0" cap="none" spc="-150" baseline="0">
                <a:solidFill>
                  <a:schemeClr val="accent2">
                    <a:lumMod val="25000"/>
                  </a:schemeClr>
                </a:solidFill>
                <a:latin typeface="+mj-lt"/>
              </a:defRPr>
            </a:lvl1pPr>
          </a:lstStyle>
          <a:p>
            <a:pPr rtl="0"/>
            <a:endParaRPr lang="en-US" noProof="0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54295" y="3767328"/>
            <a:ext cx="7004303" cy="1161288"/>
          </a:xfrm>
        </p:spPr>
        <p:txBody>
          <a:bodyPr rtlCol="0">
            <a:noAutofit/>
          </a:bodyPr>
          <a:lstStyle>
            <a:lvl1pPr marL="0" indent="0" algn="ctr">
              <a:buNone/>
              <a:defRPr sz="3200" b="0" cap="all" baseline="0">
                <a:solidFill>
                  <a:schemeClr val="accent2">
                    <a:lumMod val="25000"/>
                  </a:schemeClr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296238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 01"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21594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 1">
            <a:extLst>
              <a:ext uri="{FF2B5EF4-FFF2-40B4-BE49-F238E27FC236}">
                <a16:creationId xmlns:a16="http://schemas.microsoft.com/office/drawing/2014/main" id="{772C86F9-080E-93F7-C7B1-F5BEAD84E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506456" cy="1655064"/>
          </a:xfrm>
        </p:spPr>
        <p:txBody>
          <a:bodyPr rtlCol="0" anchor="b"/>
          <a:lstStyle>
            <a:lvl1pPr>
              <a:defRPr>
                <a:latin typeface="+mj-lt"/>
              </a:defRPr>
            </a:lvl1pPr>
          </a:lstStyle>
          <a:p>
            <a:pPr rtl="0"/>
            <a:r>
              <a:rPr lang="de"/>
              <a:t>Titelmasterformat durch Klicken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7280" y="2432304"/>
            <a:ext cx="3108960" cy="3412370"/>
          </a:xfrm>
        </p:spPr>
        <p:txBody>
          <a:bodyPr rtlCol="0"/>
          <a:lstStyle/>
          <a:p>
            <a:pPr lvl="0" rtl="0"/>
            <a:r>
              <a:rPr lang="de"/>
              <a:t>Textmasterformat durch Klicken bearbeiten</a:t>
            </a:r>
          </a:p>
          <a:p>
            <a:pPr lvl="1" rtl="0"/>
            <a:r>
              <a:rPr lang="de"/>
              <a:t>Zweite Ebene</a:t>
            </a:r>
          </a:p>
          <a:p>
            <a:pPr lvl="2" rtl="0"/>
            <a:r>
              <a:rPr lang="de"/>
              <a:t>Dritte Ebene</a:t>
            </a:r>
          </a:p>
          <a:p>
            <a:pPr lvl="3" rtl="0"/>
            <a:r>
              <a:rPr lang="de"/>
              <a:t>Vierte Ebene</a:t>
            </a:r>
          </a:p>
          <a:p>
            <a:pPr lvl="4" rtl="0"/>
            <a:r>
              <a:rPr lang="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36592" y="1920240"/>
            <a:ext cx="6620256" cy="3913632"/>
          </a:xfrm>
        </p:spPr>
        <p:txBody>
          <a:bodyPr rtlCol="0"/>
          <a:lstStyle/>
          <a:p>
            <a:pPr lvl="0" rtl="0"/>
            <a:r>
              <a:rPr lang="de"/>
              <a:t>Textmasterformat durch Klicken bearbeiten</a:t>
            </a:r>
          </a:p>
          <a:p>
            <a:pPr lvl="1" rtl="0"/>
            <a:r>
              <a:rPr lang="de"/>
              <a:t>Zweite Ebene</a:t>
            </a:r>
          </a:p>
          <a:p>
            <a:pPr lvl="2" rtl="0"/>
            <a:r>
              <a:rPr lang="de"/>
              <a:t>Dritte Ebene</a:t>
            </a:r>
          </a:p>
          <a:p>
            <a:pPr lvl="3" rtl="0"/>
            <a:r>
              <a:rPr lang="de"/>
              <a:t>Vierte Ebene</a:t>
            </a:r>
          </a:p>
          <a:p>
            <a:pPr lvl="4" rtl="0"/>
            <a:r>
              <a:rPr lang="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de"/>
              <a:t>06.08.20XX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BD12358-51D2-46B3-9BDE-DF29528B9454}" type="slidenum">
              <a:rPr lang="en-US" smtClean="0"/>
              <a:t>‹Nr.›</a:t>
            </a:fld>
            <a:endParaRPr lang="en-US" dirty="0"/>
          </a:p>
        </p:txBody>
      </p:sp>
      <p:sp>
        <p:nvSpPr>
          <p:cNvPr id="12" name="Abgerundetes Rechteck 11">
            <a:extLst>
              <a:ext uri="{FF2B5EF4-FFF2-40B4-BE49-F238E27FC236}">
                <a16:creationId xmlns:a16="http://schemas.microsoft.com/office/drawing/2014/main" id="{7FF98F94-8801-13BE-8EB4-01921AC196C8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B7BF5718-9534-FD92-79D7-ECC66603E704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62387"/>
          <a:stretch/>
        </p:blipFill>
        <p:spPr>
          <a:xfrm rot="5400000">
            <a:off x="1778676" y="5204330"/>
            <a:ext cx="907513" cy="2465321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4FF40650-9AD0-96F8-F702-185D1729AF8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3558" y="5429608"/>
            <a:ext cx="406214" cy="415066"/>
          </a:xfrm>
          <a:prstGeom prst="rect">
            <a:avLst/>
          </a:prstGeom>
        </p:spPr>
      </p:pic>
      <p:pic>
        <p:nvPicPr>
          <p:cNvPr id="10" name="Grafik 9">
            <a:extLst>
              <a:ext uri="{FF2B5EF4-FFF2-40B4-BE49-F238E27FC236}">
                <a16:creationId xmlns:a16="http://schemas.microsoft.com/office/drawing/2014/main" id="{83AC8518-2F0B-6FC0-0C0E-6CE9D00EAC71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-4860" b="-1"/>
          <a:stretch/>
        </p:blipFill>
        <p:spPr>
          <a:xfrm>
            <a:off x="10214191" y="365126"/>
            <a:ext cx="1032928" cy="1106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3603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 03"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19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Bild 10">
            <a:extLst>
              <a:ext uri="{FF2B5EF4-FFF2-40B4-BE49-F238E27FC236}">
                <a16:creationId xmlns:a16="http://schemas.microsoft.com/office/drawing/2014/main" id="{E7B4AF60-AC65-3E7A-4A5D-EBF1A7030D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063" b="3063"/>
          <a:stretch/>
        </p:blipFill>
        <p:spPr>
          <a:xfrm>
            <a:off x="1" y="2917"/>
            <a:ext cx="12197189" cy="6855082"/>
          </a:xfrm>
          <a:prstGeom prst="rect">
            <a:avLst/>
          </a:prstGeom>
        </p:spPr>
      </p:pic>
      <p:sp>
        <p:nvSpPr>
          <p:cNvPr id="12" name="Abgerundetes Rechteck 4">
            <a:extLst>
              <a:ext uri="{FF2B5EF4-FFF2-40B4-BE49-F238E27FC236}">
                <a16:creationId xmlns:a16="http://schemas.microsoft.com/office/drawing/2014/main" id="{95671103-2960-81E2-9A76-0E7FDE6B3E55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2" name="Titel 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rtlCol="0" anchor="b"/>
          <a:lstStyle>
            <a:lvl1pPr>
              <a:defRPr>
                <a:latin typeface="+mj-lt"/>
              </a:defRPr>
            </a:lvl1pPr>
          </a:lstStyle>
          <a:p>
            <a:pPr rtl="0"/>
            <a:r>
              <a:rPr lang="de"/>
              <a:t>Titelmasterformat durch Klicken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304" y="2276856"/>
            <a:ext cx="6327648" cy="3090672"/>
          </a:xfrm>
        </p:spPr>
        <p:txBody>
          <a:bodyPr rtlCol="0" anchor="ctr" anchorCtr="0"/>
          <a:lstStyle/>
          <a:p>
            <a:pPr lvl="0" rtl="0"/>
            <a:r>
              <a:rPr lang="de"/>
              <a:t>Textmasterformat durch Klicken bearbeiten</a:t>
            </a:r>
          </a:p>
          <a:p>
            <a:pPr lvl="1" rtl="0"/>
            <a:r>
              <a:rPr lang="de"/>
              <a:t>Zweite Ebene</a:t>
            </a:r>
          </a:p>
          <a:p>
            <a:pPr lvl="2" rtl="0"/>
            <a:r>
              <a:rPr lang="de"/>
              <a:t>Dritte Ebene</a:t>
            </a:r>
          </a:p>
          <a:p>
            <a:pPr lvl="3" rtl="0"/>
            <a:r>
              <a:rPr lang="de"/>
              <a:t>Vierte Ebene</a:t>
            </a:r>
          </a:p>
          <a:p>
            <a:pPr lvl="4" rtl="0"/>
            <a:r>
              <a:rPr lang="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de"/>
              <a:t>06.08.20XX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BD12358-51D2-46B3-9BDE-DF29528B9454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12648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Zwei Inhalte 02"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16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bgerundetes Rechteck 4">
            <a:extLst>
              <a:ext uri="{FF2B5EF4-FFF2-40B4-BE49-F238E27FC236}">
                <a16:creationId xmlns:a16="http://schemas.microsoft.com/office/drawing/2014/main" id="{86060D16-E6F6-EA0E-E58E-526234AB6564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0E0958AA-6F1A-C4A2-FB66-1A6F7F8834B5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-6095" b="-1"/>
          <a:stretch/>
        </p:blipFill>
        <p:spPr>
          <a:xfrm>
            <a:off x="569419" y="4426479"/>
            <a:ext cx="1472805" cy="1596616"/>
          </a:xfrm>
          <a:prstGeom prst="rect">
            <a:avLst/>
          </a:prstGeom>
        </p:spPr>
      </p:pic>
      <p:pic>
        <p:nvPicPr>
          <p:cNvPr id="9" name="Grafik 8">
            <a:extLst>
              <a:ext uri="{FF2B5EF4-FFF2-40B4-BE49-F238E27FC236}">
                <a16:creationId xmlns:a16="http://schemas.microsoft.com/office/drawing/2014/main" id="{3DEADFA2-398E-9388-8295-063D31FB38EB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-6095" b="-1"/>
          <a:stretch/>
        </p:blipFill>
        <p:spPr>
          <a:xfrm rot="3765410" flipV="1">
            <a:off x="1448505" y="4094575"/>
            <a:ext cx="862484" cy="934988"/>
          </a:xfrm>
          <a:prstGeom prst="rect">
            <a:avLst/>
          </a:prstGeom>
        </p:spPr>
      </p:pic>
      <p:pic>
        <p:nvPicPr>
          <p:cNvPr id="10" name="Bild 7">
            <a:extLst>
              <a:ext uri="{FF2B5EF4-FFF2-40B4-BE49-F238E27FC236}">
                <a16:creationId xmlns:a16="http://schemas.microsoft.com/office/drawing/2014/main" id="{D09A7588-8EFD-A0C5-4235-45B7D657ECF4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35453"/>
          <a:stretch/>
        </p:blipFill>
        <p:spPr>
          <a:xfrm>
            <a:off x="9469547" y="5719093"/>
            <a:ext cx="1756858" cy="1138907"/>
          </a:xfrm>
          <a:prstGeom prst="rect">
            <a:avLst/>
          </a:prstGeom>
        </p:spPr>
      </p:pic>
      <p:pic>
        <p:nvPicPr>
          <p:cNvPr id="13" name="Grafik 12">
            <a:extLst>
              <a:ext uri="{FF2B5EF4-FFF2-40B4-BE49-F238E27FC236}">
                <a16:creationId xmlns:a16="http://schemas.microsoft.com/office/drawing/2014/main" id="{EF04D7D6-513C-D18A-AF21-D10F0E5D3B82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-1" r="-750"/>
          <a:stretch/>
        </p:blipFill>
        <p:spPr>
          <a:xfrm>
            <a:off x="8844546" y="50582"/>
            <a:ext cx="1307037" cy="1325563"/>
          </a:xfrm>
          <a:prstGeom prst="rect">
            <a:avLst/>
          </a:prstGeom>
        </p:spPr>
      </p:pic>
      <p:sp>
        <p:nvSpPr>
          <p:cNvPr id="2" name="Titel 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rtlCol="0" anchor="b"/>
          <a:lstStyle>
            <a:lvl1pPr>
              <a:defRPr>
                <a:latin typeface="+mj-lt"/>
              </a:defRPr>
            </a:lvl1pPr>
          </a:lstStyle>
          <a:p>
            <a:pPr rtl="0"/>
            <a:r>
              <a:rPr lang="de"/>
              <a:t>Titelmasterformat durch Klicken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304" y="2441448"/>
            <a:ext cx="3602736" cy="3575304"/>
          </a:xfrm>
        </p:spPr>
        <p:txBody>
          <a:bodyPr rtlCol="0" anchor="t" anchorCtr="0"/>
          <a:lstStyle/>
          <a:p>
            <a:pPr lvl="0" rtl="0"/>
            <a:r>
              <a:rPr lang="de"/>
              <a:t>Textmasterformat durch Klicken bearbeiten</a:t>
            </a:r>
          </a:p>
          <a:p>
            <a:pPr lvl="1" rtl="0"/>
            <a:r>
              <a:rPr lang="de"/>
              <a:t>Zweite Ebene</a:t>
            </a:r>
          </a:p>
          <a:p>
            <a:pPr lvl="2" rtl="0"/>
            <a:r>
              <a:rPr lang="de"/>
              <a:t>Dritte Ebene</a:t>
            </a:r>
          </a:p>
          <a:p>
            <a:pPr lvl="3" rtl="0"/>
            <a:r>
              <a:rPr lang="de"/>
              <a:t>Vierte Ebene</a:t>
            </a:r>
          </a:p>
          <a:p>
            <a:pPr lvl="4" rtl="0"/>
            <a:r>
              <a:rPr lang="de"/>
              <a:t>Fünfte Ebene</a:t>
            </a:r>
          </a:p>
        </p:txBody>
      </p:sp>
      <p:sp>
        <p:nvSpPr>
          <p:cNvPr id="14" name="Inhaltsplatzhalter 2">
            <a:extLst>
              <a:ext uri="{FF2B5EF4-FFF2-40B4-BE49-F238E27FC236}">
                <a16:creationId xmlns:a16="http://schemas.microsoft.com/office/drawing/2014/main" id="{D1DCC4A1-0DB3-3480-3A1A-78FC85FE7EC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7671816" y="2441448"/>
            <a:ext cx="3602736" cy="3575304"/>
          </a:xfrm>
        </p:spPr>
        <p:txBody>
          <a:bodyPr rtlCol="0" anchor="t" anchorCtr="0"/>
          <a:lstStyle/>
          <a:p>
            <a:pPr lvl="0" rtl="0"/>
            <a:r>
              <a:rPr lang="de"/>
              <a:t>Textmasterformat durch Klicken bearbeiten</a:t>
            </a:r>
          </a:p>
          <a:p>
            <a:pPr lvl="1" rtl="0"/>
            <a:r>
              <a:rPr lang="de"/>
              <a:t>Zweite Ebene</a:t>
            </a:r>
          </a:p>
          <a:p>
            <a:pPr lvl="2" rtl="0"/>
            <a:r>
              <a:rPr lang="de"/>
              <a:t>Dritte Ebene</a:t>
            </a:r>
          </a:p>
          <a:p>
            <a:pPr lvl="3" rtl="0"/>
            <a:r>
              <a:rPr lang="de"/>
              <a:t>Vierte Ebene</a:t>
            </a:r>
          </a:p>
          <a:p>
            <a:pPr lvl="4" rtl="0"/>
            <a:r>
              <a:rPr lang="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de"/>
              <a:t>06.08.20XX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BD12358-51D2-46B3-9BDE-DF29528B9454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9728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 0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bgerundetes Rechteck 6">
            <a:extLst>
              <a:ext uri="{FF2B5EF4-FFF2-40B4-BE49-F238E27FC236}">
                <a16:creationId xmlns:a16="http://schemas.microsoft.com/office/drawing/2014/main" id="{1B32A35F-9C9A-7C7D-DE93-B55FFF07D66E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198299DF-E702-8750-30F5-798D7C96A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rtlCol="0" anchor="b"/>
          <a:lstStyle>
            <a:lvl1pPr>
              <a:defRPr>
                <a:latin typeface="+mj-lt"/>
              </a:defRPr>
            </a:lvl1pPr>
          </a:lstStyle>
          <a:p>
            <a:pPr rtl="0"/>
            <a:r>
              <a:rPr lang="de"/>
              <a:t>Titelmasterformat durch Klicken bearbeiten</a:t>
            </a:r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30CE72F6-1D9D-E61E-F1EE-2861FDF765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0432" y="2459736"/>
            <a:ext cx="2843784" cy="3090672"/>
          </a:xfrm>
        </p:spPr>
        <p:txBody>
          <a:bodyPr rtlCol="0" anchor="t" anchorCtr="0"/>
          <a:lstStyle/>
          <a:p>
            <a:pPr lvl="0" rtl="0"/>
            <a:r>
              <a:rPr lang="de"/>
              <a:t>Textmasterformat durch Klicken bearbeiten</a:t>
            </a:r>
          </a:p>
          <a:p>
            <a:pPr lvl="1" rtl="0"/>
            <a:r>
              <a:rPr lang="de"/>
              <a:t>Zweite Ebene</a:t>
            </a:r>
          </a:p>
          <a:p>
            <a:pPr lvl="2" rtl="0"/>
            <a:r>
              <a:rPr lang="de"/>
              <a:t>Dritte Ebene</a:t>
            </a:r>
          </a:p>
          <a:p>
            <a:pPr lvl="3" rtl="0"/>
            <a:r>
              <a:rPr lang="de"/>
              <a:t>Vierte Ebene</a:t>
            </a:r>
          </a:p>
          <a:p>
            <a:pPr lvl="4" rtl="0"/>
            <a:r>
              <a:rPr lang="de"/>
              <a:t>Fünfte Ebene</a:t>
            </a:r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6EFAE94C-C299-8167-1BD9-4FC98C04C63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233672" y="2523744"/>
            <a:ext cx="6693408" cy="3273552"/>
          </a:xfrm>
        </p:spPr>
        <p:txBody>
          <a:bodyPr rtlCol="0" anchor="t" anchorCtr="0"/>
          <a:lstStyle/>
          <a:p>
            <a:pPr lvl="0" rtl="0"/>
            <a:r>
              <a:rPr lang="de"/>
              <a:t>Textmasterformat durch Klicken bearbeiten</a:t>
            </a:r>
          </a:p>
          <a:p>
            <a:pPr lvl="1" rtl="0"/>
            <a:r>
              <a:rPr lang="de"/>
              <a:t>Zweite Ebene</a:t>
            </a:r>
          </a:p>
          <a:p>
            <a:pPr lvl="2" rtl="0"/>
            <a:r>
              <a:rPr lang="de"/>
              <a:t>Dritte Ebene</a:t>
            </a:r>
          </a:p>
          <a:p>
            <a:pPr lvl="3" rtl="0"/>
            <a:r>
              <a:rPr lang="de"/>
              <a:t>Vierte Ebene</a:t>
            </a:r>
          </a:p>
          <a:p>
            <a:pPr lvl="4" rtl="0"/>
            <a:r>
              <a:rPr lang="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de"/>
              <a:t>06.08.20XX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BD12358-51D2-46B3-9BDE-DF29528B9454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4947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 0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1">
            <a:extLst>
              <a:ext uri="{FF2B5EF4-FFF2-40B4-BE49-F238E27FC236}">
                <a16:creationId xmlns:a16="http://schemas.microsoft.com/office/drawing/2014/main" id="{198299DF-E702-8750-30F5-798D7C96A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rtlCol="0" anchor="b"/>
          <a:lstStyle>
            <a:lvl1pPr>
              <a:defRPr>
                <a:latin typeface="+mj-lt"/>
              </a:defRPr>
            </a:lvl1pPr>
          </a:lstStyle>
          <a:p>
            <a:pPr rtl="0"/>
            <a:r>
              <a:rPr lang="de"/>
              <a:t>Titelmasterformat durch Klicken bearbeiten</a:t>
            </a:r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6EFAE94C-C299-8167-1BD9-4FC98C04C63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207008" y="2523744"/>
            <a:ext cx="9720072" cy="3255264"/>
          </a:xfrm>
        </p:spPr>
        <p:txBody>
          <a:bodyPr rtlCol="0" anchor="t" anchorCtr="0"/>
          <a:lstStyle/>
          <a:p>
            <a:pPr lvl="0" rtl="0"/>
            <a:r>
              <a:rPr lang="de"/>
              <a:t>Textmasterformat durch Klicken bearbeiten</a:t>
            </a:r>
          </a:p>
          <a:p>
            <a:pPr lvl="1" rtl="0"/>
            <a:r>
              <a:rPr lang="de"/>
              <a:t>Zweite Ebene</a:t>
            </a:r>
          </a:p>
          <a:p>
            <a:pPr lvl="2" rtl="0"/>
            <a:r>
              <a:rPr lang="de"/>
              <a:t>Dritte Ebene</a:t>
            </a:r>
          </a:p>
          <a:p>
            <a:pPr lvl="3" rtl="0"/>
            <a:r>
              <a:rPr lang="de"/>
              <a:t>Vierte Ebene</a:t>
            </a:r>
          </a:p>
          <a:p>
            <a:pPr lvl="4" rtl="0"/>
            <a:r>
              <a:rPr lang="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de"/>
              <a:t>06.08.20XX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BD12358-51D2-46B3-9BDE-DF29528B9454}" type="slidenum">
              <a:rPr lang="en-US" smtClean="0"/>
              <a:t>‹Nr.›</a:t>
            </a:fld>
            <a:endParaRPr lang="en-US" dirty="0"/>
          </a:p>
        </p:txBody>
      </p:sp>
      <p:sp>
        <p:nvSpPr>
          <p:cNvPr id="4" name="Abgerundetes Rechteck 6">
            <a:extLst>
              <a:ext uri="{FF2B5EF4-FFF2-40B4-BE49-F238E27FC236}">
                <a16:creationId xmlns:a16="http://schemas.microsoft.com/office/drawing/2014/main" id="{1B32A35F-9C9A-7C7D-DE93-B55FFF07D66E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84807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umbruch 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d 5">
            <a:extLst>
              <a:ext uri="{FF2B5EF4-FFF2-40B4-BE49-F238E27FC236}">
                <a16:creationId xmlns:a16="http://schemas.microsoft.com/office/drawing/2014/main" id="{57A51A8B-A15C-2A94-1E48-F9615101DF4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8991" t="11245" r="3785" b="1531"/>
          <a:stretch/>
        </p:blipFill>
        <p:spPr>
          <a:xfrm>
            <a:off x="0" y="2917"/>
            <a:ext cx="12197192" cy="6855083"/>
          </a:xfrm>
          <a:prstGeom prst="rect">
            <a:avLst/>
          </a:prstGeom>
        </p:spPr>
      </p:pic>
      <p:sp>
        <p:nvSpPr>
          <p:cNvPr id="2" name="Titel 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1600200"/>
            <a:ext cx="10991088" cy="3657600"/>
          </a:xfrm>
        </p:spPr>
        <p:txBody>
          <a:bodyPr rtlCol="0" anchor="ctr">
            <a:noAutofit/>
          </a:bodyPr>
          <a:lstStyle>
            <a:lvl1pPr algn="ctr">
              <a:defRPr sz="6600" b="1" i="0" cap="none" spc="-150" baseline="0">
                <a:solidFill>
                  <a:schemeClr val="accent2">
                    <a:lumMod val="25000"/>
                  </a:schemeClr>
                </a:solidFill>
                <a:latin typeface="+mj-lt"/>
              </a:defRPr>
            </a:lvl1pPr>
          </a:lstStyle>
          <a:p>
            <a:pPr rtl="0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994920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Zwei Inhalte 04"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13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bgerundetes Rechteck 4">
            <a:extLst>
              <a:ext uri="{FF2B5EF4-FFF2-40B4-BE49-F238E27FC236}">
                <a16:creationId xmlns:a16="http://schemas.microsoft.com/office/drawing/2014/main" id="{5697808D-10E0-D8A5-5D07-E176EBB8F2BB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pic>
        <p:nvPicPr>
          <p:cNvPr id="12" name="Bild 7">
            <a:extLst>
              <a:ext uri="{FF2B5EF4-FFF2-40B4-BE49-F238E27FC236}">
                <a16:creationId xmlns:a16="http://schemas.microsoft.com/office/drawing/2014/main" id="{0234D012-F86E-04CE-78C8-2C5A66130286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-1004" r="-148"/>
          <a:stretch/>
        </p:blipFill>
        <p:spPr>
          <a:xfrm rot="5400000">
            <a:off x="6378170" y="40082"/>
            <a:ext cx="1579705" cy="1600089"/>
          </a:xfrm>
          <a:prstGeom prst="rect">
            <a:avLst/>
          </a:prstGeom>
        </p:spPr>
      </p:pic>
      <p:pic>
        <p:nvPicPr>
          <p:cNvPr id="15" name="Bild 7">
            <a:extLst>
              <a:ext uri="{FF2B5EF4-FFF2-40B4-BE49-F238E27FC236}">
                <a16:creationId xmlns:a16="http://schemas.microsoft.com/office/drawing/2014/main" id="{0BC42061-F838-920E-632E-10EDE7E55392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-6239" r="25335" b="-1"/>
          <a:stretch/>
        </p:blipFill>
        <p:spPr>
          <a:xfrm rot="16200000">
            <a:off x="6298833" y="-161472"/>
            <a:ext cx="752715" cy="1075657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58BEE67F-530E-E41D-FD19-2615180DC3FB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15931"/>
          <a:stretch/>
        </p:blipFill>
        <p:spPr>
          <a:xfrm>
            <a:off x="10439102" y="4145165"/>
            <a:ext cx="1780703" cy="2164311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82CFCA46-5F5A-867F-B19C-4F9ED5BA15A2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46794"/>
          <a:stretch/>
        </p:blipFill>
        <p:spPr>
          <a:xfrm rot="10800000">
            <a:off x="-27806" y="2452933"/>
            <a:ext cx="1370742" cy="2632414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11E8F80C-ACB2-552E-4433-1A8A2708F18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1" b="-9728"/>
          <a:stretch/>
        </p:blipFill>
        <p:spPr>
          <a:xfrm rot="18286209">
            <a:off x="887827" y="4958926"/>
            <a:ext cx="910220" cy="1020507"/>
          </a:xfrm>
          <a:prstGeom prst="rect">
            <a:avLst/>
          </a:prstGeom>
        </p:spPr>
      </p:pic>
      <p:sp>
        <p:nvSpPr>
          <p:cNvPr id="2" name="Titel 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rtlCol="0" anchor="b"/>
          <a:lstStyle>
            <a:lvl1pPr>
              <a:defRPr>
                <a:latin typeface="+mj-lt"/>
              </a:defRPr>
            </a:lvl1pPr>
          </a:lstStyle>
          <a:p>
            <a:pPr rtl="0"/>
            <a:r>
              <a:rPr lang="de"/>
              <a:t>Titelmasterformat durch Klicken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304" y="2441448"/>
            <a:ext cx="3602736" cy="3575304"/>
          </a:xfrm>
        </p:spPr>
        <p:txBody>
          <a:bodyPr rtlCol="0" anchor="t" anchorCtr="0"/>
          <a:lstStyle/>
          <a:p>
            <a:pPr lvl="0" rtl="0"/>
            <a:r>
              <a:rPr lang="de"/>
              <a:t>Textmasterformat durch Klicken bearbeiten</a:t>
            </a:r>
          </a:p>
          <a:p>
            <a:pPr lvl="1" rtl="0"/>
            <a:r>
              <a:rPr lang="de"/>
              <a:t>Zweite Ebene</a:t>
            </a:r>
          </a:p>
          <a:p>
            <a:pPr lvl="2" rtl="0"/>
            <a:r>
              <a:rPr lang="de"/>
              <a:t>Dritte Ebene</a:t>
            </a:r>
          </a:p>
          <a:p>
            <a:pPr lvl="3" rtl="0"/>
            <a:r>
              <a:rPr lang="de"/>
              <a:t>Vierte Ebene</a:t>
            </a:r>
          </a:p>
          <a:p>
            <a:pPr lvl="4" rtl="0"/>
            <a:r>
              <a:rPr lang="de"/>
              <a:t>Fünfte Ebene</a:t>
            </a:r>
          </a:p>
        </p:txBody>
      </p:sp>
      <p:sp>
        <p:nvSpPr>
          <p:cNvPr id="14" name="Inhaltsplatzhalter 2">
            <a:extLst>
              <a:ext uri="{FF2B5EF4-FFF2-40B4-BE49-F238E27FC236}">
                <a16:creationId xmlns:a16="http://schemas.microsoft.com/office/drawing/2014/main" id="{D1DCC4A1-0DB3-3480-3A1A-78FC85FE7EC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293608" y="2441447"/>
            <a:ext cx="3063240" cy="3575303"/>
          </a:xfrm>
        </p:spPr>
        <p:txBody>
          <a:bodyPr rtlCol="0" anchor="t" anchorCtr="0"/>
          <a:lstStyle/>
          <a:p>
            <a:pPr lvl="0" rtl="0"/>
            <a:r>
              <a:rPr lang="de"/>
              <a:t>Textmasterformat durch Klicken bearbeiten</a:t>
            </a:r>
          </a:p>
          <a:p>
            <a:pPr lvl="1" rtl="0"/>
            <a:r>
              <a:rPr lang="de"/>
              <a:t>Zweite Ebene</a:t>
            </a:r>
          </a:p>
          <a:p>
            <a:pPr lvl="2" rtl="0"/>
            <a:r>
              <a:rPr lang="de"/>
              <a:t>Dritte Ebene</a:t>
            </a:r>
          </a:p>
          <a:p>
            <a:pPr lvl="3" rtl="0"/>
            <a:r>
              <a:rPr lang="de"/>
              <a:t>Vierte Ebene</a:t>
            </a:r>
          </a:p>
          <a:p>
            <a:pPr lvl="4" rtl="0"/>
            <a:r>
              <a:rPr lang="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de"/>
              <a:t>06.08.20XX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BD12358-51D2-46B3-9BDE-DF29528B9454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38508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lussbemerk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d 4">
            <a:extLst>
              <a:ext uri="{FF2B5EF4-FFF2-40B4-BE49-F238E27FC236}">
                <a16:creationId xmlns:a16="http://schemas.microsoft.com/office/drawing/2014/main" id="{C4ACFCA6-7ECE-9BFB-9389-6DB74C86285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1" r="21"/>
          <a:stretch/>
        </p:blipFill>
        <p:spPr>
          <a:xfrm>
            <a:off x="-5192" y="-1"/>
            <a:ext cx="12197192" cy="6858001"/>
          </a:xfrm>
          <a:prstGeom prst="rect">
            <a:avLst/>
          </a:prstGeom>
        </p:spPr>
      </p:pic>
      <p:sp>
        <p:nvSpPr>
          <p:cNvPr id="2" name="Titel 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3856" y="56450"/>
            <a:ext cx="9912096" cy="2743200"/>
          </a:xfrm>
        </p:spPr>
        <p:txBody>
          <a:bodyPr rtlCol="0" anchor="b">
            <a:noAutofit/>
          </a:bodyPr>
          <a:lstStyle>
            <a:lvl1pPr algn="l">
              <a:defRPr sz="6600" b="1" i="0" cap="none" spc="-150" baseline="0">
                <a:solidFill>
                  <a:schemeClr val="accent2">
                    <a:lumMod val="25000"/>
                  </a:schemeClr>
                </a:solidFill>
                <a:latin typeface="+mj-lt"/>
              </a:defRPr>
            </a:lvl1pPr>
          </a:lstStyle>
          <a:p>
            <a:pPr rtl="0"/>
            <a:endParaRPr lang="en-US" noProof="0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75304" y="3110546"/>
            <a:ext cx="4114800" cy="2743200"/>
          </a:xfrm>
        </p:spPr>
        <p:txBody>
          <a:bodyPr rtlCol="0">
            <a:no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 b="0" cap="all" baseline="0">
                <a:solidFill>
                  <a:schemeClr val="accent2">
                    <a:lumMod val="25000"/>
                  </a:schemeClr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60835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CC4D7FA-B85E-4477-8C62-94955B340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de" noProof="0"/>
              <a:t>Titelmasterformat durch Klicken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F1226BB-3E56-4E7F-8172-7EC03C9F0B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de" noProof="0"/>
              <a:t>Textmasterformat durch Klicken bearbeiten</a:t>
            </a:r>
          </a:p>
          <a:p>
            <a:pPr lvl="1" rtl="0"/>
            <a:r>
              <a:rPr lang="de" noProof="0"/>
              <a:t>Zweite Ebene</a:t>
            </a:r>
          </a:p>
          <a:p>
            <a:pPr lvl="2" rtl="0"/>
            <a:r>
              <a:rPr lang="de" noProof="0"/>
              <a:t>Dritte Ebene</a:t>
            </a:r>
          </a:p>
          <a:p>
            <a:pPr lvl="3" rtl="0"/>
            <a:r>
              <a:rPr lang="de" noProof="0"/>
              <a:t>Vierte Ebene</a:t>
            </a:r>
          </a:p>
          <a:p>
            <a:pPr lvl="4" rtl="0"/>
            <a:r>
              <a:rPr lang="de" noProof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95D08EF-72FB-4F19-9916-65815A9CA9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3001"/>
            <a:ext cx="2743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de" noProof="0"/>
              <a:t>06.08.20XX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365084D-BC85-4A55-BD80-93876AD101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63001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en-US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5FDEF23-A140-4DD6-A0D0-A86BD4DF34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75912" y="6563001"/>
            <a:ext cx="2743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9EC71654-96A5-4280-94F3-931C61A9F92C}" type="slidenum">
              <a:rPr lang="en-US" noProof="0" smtClean="0"/>
              <a:t>‹Nr.›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47082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accent2">
              <a:lumMod val="2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000" b="0" i="0" kern="1200">
          <a:solidFill>
            <a:schemeClr val="accent2">
              <a:lumMod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25" userDrawn="1">
          <p15:clr>
            <a:srgbClr val="F26B43"/>
          </p15:clr>
        </p15:guide>
        <p15:guide id="4" pos="734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 1">
            <a:extLst>
              <a:ext uri="{FF2B5EF4-FFF2-40B4-BE49-F238E27FC236}">
                <a16:creationId xmlns:a16="http://schemas.microsoft.com/office/drawing/2014/main" id="{998EF7BD-FE81-4B20-8DC5-0B3EB736F9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02920"/>
            <a:ext cx="10954512" cy="3246120"/>
          </a:xfrm>
        </p:spPr>
        <p:txBody>
          <a:bodyPr rtlCol="0" anchor="b"/>
          <a:lstStyle/>
          <a:p>
            <a:r>
              <a:rPr lang="de" sz="5400" dirty="0">
                <a:solidFill>
                  <a:srgbClr val="03126A"/>
                </a:solidFill>
                <a:ea typeface="+mj-lt"/>
                <a:cs typeface="+mj-lt"/>
              </a:rPr>
              <a:t>INVESTIGATIVER BERICHT: [Name des Gesetzesvorhabens, z.B. </a:t>
            </a:r>
            <a:r>
              <a:rPr lang="de" sz="5400" dirty="0" err="1">
                <a:solidFill>
                  <a:srgbClr val="03126A"/>
                </a:solidFill>
                <a:ea typeface="+mj-lt"/>
                <a:cs typeface="+mj-lt"/>
              </a:rPr>
              <a:t>AI Act</a:t>
            </a:r>
            <a:r>
              <a:rPr lang="de" sz="5400" dirty="0">
                <a:solidFill>
                  <a:srgbClr val="03126A"/>
                </a:solidFill>
                <a:ea typeface="+mj-lt"/>
                <a:cs typeface="+mj-lt"/>
              </a:rPr>
              <a:t>]</a:t>
            </a:r>
            <a:endParaRPr lang="de-DE" sz="5400" dirty="0">
              <a:ea typeface="+mj-lt"/>
              <a:cs typeface="+mj-lt"/>
            </a:endParaRP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AFF0EFE-C50F-44EB-8978-B97795477C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3758183"/>
            <a:ext cx="10954512" cy="130759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de" sz="2800">
                <a:solidFill>
                  <a:srgbClr val="2C567A"/>
                </a:solidFill>
                <a:ea typeface="+mn-lt"/>
                <a:cs typeface="+mn-lt"/>
              </a:rPr>
              <a:t>Wer schreibt die Gesetze in Brüssel? Eine Analyse der Machtstrukturen.</a:t>
            </a:r>
            <a:endParaRPr lang="de-DE">
              <a:solidFill>
                <a:srgbClr val="2C567A"/>
              </a:solidFill>
              <a:ea typeface="+mn-lt"/>
              <a:cs typeface="+mn-lt"/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49767E97-DF6E-E8EB-283A-9DA13CB5B9A1}"/>
              </a:ext>
            </a:extLst>
          </p:cNvPr>
          <p:cNvSpPr txBox="1"/>
          <p:nvPr/>
        </p:nvSpPr>
        <p:spPr>
          <a:xfrm>
            <a:off x="1538124" y="4666837"/>
            <a:ext cx="9096123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de-DE" sz="1600" dirty="0">
                <a:ea typeface="+mn-lt"/>
                <a:cs typeface="+mn-lt"/>
              </a:rPr>
              <a:t>Gruppe [A/B/C] | Namen der Studierenden </a:t>
            </a:r>
            <a:br>
              <a:rPr lang="de-DE" sz="1600" dirty="0">
                <a:ea typeface="+mn-lt"/>
                <a:cs typeface="+mn-lt"/>
              </a:rPr>
            </a:br>
            <a:r>
              <a:rPr lang="de-DE" sz="1600">
                <a:ea typeface="+mn-lt"/>
                <a:cs typeface="+mn-lt"/>
              </a:rPr>
              <a:t>Seminar: Medieneinsatz im Sozialkundeunterricht | Datum</a:t>
            </a:r>
            <a:endParaRPr lang="de-DE" sz="1600"/>
          </a:p>
        </p:txBody>
      </p:sp>
    </p:spTree>
    <p:extLst>
      <p:ext uri="{BB962C8B-B14F-4D97-AF65-F5344CB8AC3E}">
        <p14:creationId xmlns:p14="http://schemas.microsoft.com/office/powerpoint/2010/main" val="1282633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E6AA7FF5-11CA-8F71-5951-B10993962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 rtlCol="0"/>
          <a:lstStyle/>
          <a:p>
            <a:pPr rtl="0"/>
            <a:fld id="{CBD12358-51D2-46B3-9BDE-DF29528B9454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6BD57107-0234-1DE7-367E-F711BC754C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320" y="639989"/>
            <a:ext cx="10231408" cy="1263556"/>
          </a:xfrm>
        </p:spPr>
        <p:txBody>
          <a:bodyPr/>
          <a:lstStyle/>
          <a:p>
            <a:pPr algn="ctr"/>
            <a:r>
              <a:rPr lang="de-DE" sz="6000">
                <a:latin typeface="Aptos Display"/>
              </a:rPr>
              <a:t>Der Fall: </a:t>
            </a:r>
            <a:endParaRPr lang="de-DE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CB5BEB58-DF8E-86BB-5B4B-1B117C41E5AF}"/>
              </a:ext>
            </a:extLst>
          </p:cNvPr>
          <p:cNvSpPr txBox="1"/>
          <p:nvPr/>
        </p:nvSpPr>
        <p:spPr>
          <a:xfrm>
            <a:off x="3392862" y="2922588"/>
            <a:ext cx="5406640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ctr">
              <a:buFont typeface="Arial"/>
              <a:buChar char="•"/>
            </a:pPr>
            <a:r>
              <a:rPr lang="de-DE" sz="2000">
                <a:solidFill>
                  <a:srgbClr val="0D1D51"/>
                </a:solidFill>
                <a:ea typeface="+mn-lt"/>
                <a:cs typeface="+mn-lt"/>
              </a:rPr>
              <a:t>Was war das politische Ziel des Gesetzes?</a:t>
            </a:r>
            <a:endParaRPr lang="de-DE">
              <a:solidFill>
                <a:srgbClr val="0D1D51"/>
              </a:solidFill>
            </a:endParaRPr>
          </a:p>
          <a:p>
            <a:pPr marL="285750" indent="-285750" algn="ctr">
              <a:buFont typeface="Arial"/>
              <a:buChar char="•"/>
            </a:pPr>
            <a:r>
              <a:rPr lang="de-DE" sz="2000">
                <a:solidFill>
                  <a:srgbClr val="0D1D51"/>
                </a:solidFill>
                <a:ea typeface="+mn-lt"/>
                <a:cs typeface="+mn-lt"/>
              </a:rPr>
              <a:t>Zentrale Leitfrage: Inwieweit wurde der erste Entwurf durch Lobbyismus verändert?</a:t>
            </a:r>
            <a:endParaRPr lang="de-DE">
              <a:solidFill>
                <a:srgbClr val="0D1D51"/>
              </a:solidFill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6CB63D71-D0C0-CCFB-D2BC-C72B58AF4195}"/>
              </a:ext>
            </a:extLst>
          </p:cNvPr>
          <p:cNvSpPr txBox="1"/>
          <p:nvPr/>
        </p:nvSpPr>
        <p:spPr>
          <a:xfrm>
            <a:off x="5414528" y="2551251"/>
            <a:ext cx="135138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de-DE" b="1">
                <a:solidFill>
                  <a:srgbClr val="DEB40B"/>
                </a:solidFill>
              </a:rPr>
              <a:t>!Vorschlag!</a:t>
            </a:r>
          </a:p>
        </p:txBody>
      </p:sp>
    </p:spTree>
    <p:extLst>
      <p:ext uri="{BB962C8B-B14F-4D97-AF65-F5344CB8AC3E}">
        <p14:creationId xmlns:p14="http://schemas.microsoft.com/office/powerpoint/2010/main" val="30185073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093736AF-0027-E734-82A8-010D7129D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 rtlCol="0"/>
          <a:lstStyle/>
          <a:p>
            <a:pPr rtl="0"/>
            <a:fld id="{CBD12358-51D2-46B3-9BDE-DF29528B9454}" type="slidenum">
              <a:rPr lang="en-US" smtClean="0"/>
              <a:pPr rtl="0"/>
              <a:t>3</a:t>
            </a:fld>
            <a:endParaRPr lang="en-US" dirty="0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F69C1181-C028-3237-0407-2E096B54AB00}"/>
              </a:ext>
            </a:extLst>
          </p:cNvPr>
          <p:cNvSpPr txBox="1"/>
          <p:nvPr/>
        </p:nvSpPr>
        <p:spPr>
          <a:xfrm>
            <a:off x="3398549" y="2904475"/>
            <a:ext cx="5406640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buFont typeface="Arial,Sans-Serif"/>
              <a:buChar char="•"/>
            </a:pPr>
            <a:r>
              <a:rPr lang="de-DE" sz="2000">
                <a:solidFill>
                  <a:srgbClr val="0D1D51"/>
                </a:solidFill>
                <a:latin typeface="Aptos"/>
                <a:ea typeface="+mn-lt"/>
                <a:cs typeface="Arial"/>
              </a:rPr>
              <a:t>Inhalt (Tabelle oder SmartArt):</a:t>
            </a:r>
            <a:endParaRPr lang="de-DE" sz="2000">
              <a:solidFill>
                <a:srgbClr val="0D1D51"/>
              </a:solidFill>
              <a:latin typeface="Aptos"/>
              <a:ea typeface="+mn-lt"/>
              <a:cs typeface="+mn-lt"/>
            </a:endParaRPr>
          </a:p>
          <a:p>
            <a:pPr algn="ctr">
              <a:buFont typeface="Arial,Sans-Serif"/>
              <a:buChar char="•"/>
            </a:pPr>
            <a:r>
              <a:rPr lang="de-DE" sz="2000">
                <a:solidFill>
                  <a:srgbClr val="0D1D51"/>
                </a:solidFill>
                <a:latin typeface="Aptos"/>
                <a:ea typeface="+mn-lt"/>
                <a:cs typeface="Arial"/>
              </a:rPr>
              <a:t>Top 5 Industrie-Akteure: (Name, Budget, Anzahl Lobbyisten)</a:t>
            </a:r>
          </a:p>
          <a:p>
            <a:pPr algn="ctr">
              <a:buFont typeface="Arial,Sans-Serif"/>
              <a:buChar char="•"/>
            </a:pPr>
            <a:r>
              <a:rPr lang="de-DE" sz="2000">
                <a:solidFill>
                  <a:srgbClr val="0D1D51"/>
                </a:solidFill>
                <a:latin typeface="Aptos"/>
                <a:ea typeface="+mn-lt"/>
                <a:cs typeface="Arial"/>
              </a:rPr>
              <a:t>Zivilgesellschaftliche Gegenspieler: (NGOs, Verbraucherschutz)</a:t>
            </a:r>
            <a:endParaRPr lang="de-DE" sz="2000">
              <a:solidFill>
                <a:srgbClr val="0D1D51"/>
              </a:solidFill>
              <a:latin typeface="Aptos"/>
            </a:endParaRPr>
          </a:p>
          <a:p>
            <a:pPr marL="285750" indent="-285750" algn="ctr">
              <a:buFont typeface="Arial"/>
              <a:buChar char="•"/>
            </a:pPr>
            <a:endParaRPr lang="de-DE" sz="2000" dirty="0">
              <a:solidFill>
                <a:srgbClr val="0D1D51"/>
              </a:solidFill>
            </a:endParaRP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6034738D-CD4B-D0F3-3D58-4A1BA313508C}"/>
              </a:ext>
            </a:extLst>
          </p:cNvPr>
          <p:cNvSpPr txBox="1"/>
          <p:nvPr/>
        </p:nvSpPr>
        <p:spPr>
          <a:xfrm>
            <a:off x="5420215" y="2534191"/>
            <a:ext cx="135138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de-DE" b="1">
                <a:solidFill>
                  <a:srgbClr val="DEB40B"/>
                </a:solidFill>
              </a:rPr>
              <a:t>!Vorschlag!</a:t>
            </a:r>
          </a:p>
        </p:txBody>
      </p:sp>
      <p:sp>
        <p:nvSpPr>
          <p:cNvPr id="5" name="Titel 1">
            <a:extLst>
              <a:ext uri="{FF2B5EF4-FFF2-40B4-BE49-F238E27FC236}">
                <a16:creationId xmlns:a16="http://schemas.microsoft.com/office/drawing/2014/main" id="{2A1064DB-791D-7504-A231-7D9C58B5A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455" y="786565"/>
            <a:ext cx="12199916" cy="830512"/>
          </a:xfrm>
          <a:noFill/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de" sz="6000" dirty="0">
                <a:latin typeface="Aptos Display"/>
              </a:rPr>
              <a:t>Das Netzwerk der </a:t>
            </a:r>
            <a:r>
              <a:rPr lang="de" sz="6000">
                <a:latin typeface="Aptos Display"/>
              </a:rPr>
              <a:t>Einflussnahme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296091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16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 1">
            <a:extLst>
              <a:ext uri="{FF2B5EF4-FFF2-40B4-BE49-F238E27FC236}">
                <a16:creationId xmlns:a16="http://schemas.microsoft.com/office/drawing/2014/main" id="{28BAC361-0D7A-DC05-86B5-6DD77D322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529" y="888924"/>
            <a:ext cx="10277856" cy="1655064"/>
          </a:xfrm>
          <a:noFill/>
        </p:spPr>
        <p:txBody>
          <a:bodyPr rtlCol="0">
            <a:noAutofit/>
          </a:bodyPr>
          <a:lstStyle/>
          <a:p>
            <a:r>
              <a:rPr lang="de" sz="6000">
                <a:solidFill>
                  <a:srgbClr val="002060"/>
                </a:solidFill>
                <a:latin typeface="Aptos Display"/>
                <a:ea typeface="+mj-lt"/>
                <a:cs typeface="+mj-lt"/>
              </a:rPr>
              <a:t>Das Treffen-Protokoll (Footprint)</a:t>
            </a:r>
            <a:endParaRPr lang="de-DE" sz="6000">
              <a:solidFill>
                <a:srgbClr val="002060"/>
              </a:solidFill>
              <a:latin typeface="Aptos Display"/>
            </a:endParaRPr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9F61F934-8535-E086-C153-D48E49B98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 rtlCol="0"/>
          <a:lstStyle/>
          <a:p>
            <a:pPr rtl="0"/>
            <a:fld id="{CBD12358-51D2-46B3-9BDE-DF29528B9454}" type="slidenum">
              <a:rPr lang="en-US" smtClean="0"/>
              <a:pPr rtl="0"/>
              <a:t>4</a:t>
            </a:fld>
            <a:endParaRPr lang="en-US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58ACEEF8-28B8-78FE-88AE-BC3E59D5CF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4125" y="3584448"/>
            <a:ext cx="7486661" cy="1636185"/>
          </a:xfrm>
        </p:spPr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de-DE">
                <a:ea typeface="+mn-lt"/>
                <a:cs typeface="+mn-lt"/>
              </a:rPr>
              <a:t>Visualisierung der Meeting-Dichte (!Tipp ! - Nutzt hier Screenshots oder Diagramme von </a:t>
            </a:r>
            <a:r>
              <a:rPr lang="de-DE" i="1">
                <a:ea typeface="+mn-lt"/>
                <a:cs typeface="+mn-lt"/>
              </a:rPr>
              <a:t>Integrity Watch</a:t>
            </a:r>
            <a:r>
              <a:rPr lang="de-DE" dirty="0">
                <a:ea typeface="+mn-lt"/>
                <a:cs typeface="+mn-lt"/>
              </a:rPr>
              <a:t>).</a:t>
            </a:r>
            <a:endParaRPr lang="de-DE" dirty="0"/>
          </a:p>
          <a:p>
            <a:pPr marL="285750" indent="-285750">
              <a:buFont typeface="Arial"/>
              <a:buChar char="•"/>
            </a:pPr>
            <a:r>
              <a:rPr lang="de-DE">
                <a:ea typeface="+mn-lt"/>
                <a:cs typeface="+mn-lt"/>
              </a:rPr>
              <a:t>Auswertung: Gab es ein Ungleichgewicht beim Zugang zur Kommission/zum Parlament?</a:t>
            </a:r>
            <a:endParaRPr lang="de-DE"/>
          </a:p>
          <a:p>
            <a:endParaRPr lang="de-DE" dirty="0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9E991485-4E20-3436-6B95-93A63549D455}"/>
              </a:ext>
            </a:extLst>
          </p:cNvPr>
          <p:cNvSpPr txBox="1"/>
          <p:nvPr/>
        </p:nvSpPr>
        <p:spPr>
          <a:xfrm>
            <a:off x="3526588" y="3216579"/>
            <a:ext cx="135138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de-DE" b="1">
                <a:solidFill>
                  <a:srgbClr val="DEB40B"/>
                </a:solidFill>
              </a:rPr>
              <a:t>!Vorschlag!</a:t>
            </a:r>
          </a:p>
        </p:txBody>
      </p:sp>
    </p:spTree>
    <p:extLst>
      <p:ext uri="{BB962C8B-B14F-4D97-AF65-F5344CB8AC3E}">
        <p14:creationId xmlns:p14="http://schemas.microsoft.com/office/powerpoint/2010/main" val="12108021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13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D030A76-B788-B363-104E-266B7C7F7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9574" y="58685"/>
            <a:ext cx="10277856" cy="1655064"/>
          </a:xfrm>
          <a:noFill/>
        </p:spPr>
        <p:txBody>
          <a:bodyPr rtlCol="0" anchor="b">
            <a:noAutofit/>
          </a:bodyPr>
          <a:lstStyle/>
          <a:p>
            <a:pPr algn="ctr"/>
            <a:r>
              <a:rPr lang="de" sz="6000">
                <a:latin typeface="Aptos Display"/>
                <a:ea typeface="+mj-lt"/>
                <a:cs typeface="+mj-lt"/>
              </a:rPr>
              <a:t>Narrative &amp; Strategien</a:t>
            </a:r>
            <a:endParaRPr lang="de-DE" sz="6000" dirty="0">
              <a:latin typeface="Aptos Display"/>
            </a:endParaRPr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3F21905C-1BD6-BF3F-5B8B-B9AD53017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 rtlCol="0"/>
          <a:lstStyle/>
          <a:p>
            <a:pPr rtl="0"/>
            <a:fld id="{CBD12358-51D2-46B3-9BDE-DF29528B9454}" type="slidenum">
              <a:rPr lang="en-US" smtClean="0"/>
              <a:pPr rtl="0"/>
              <a:t>5</a:t>
            </a:fld>
            <a:endParaRPr lang="en-US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8695B3A8-2371-A528-7522-DC5ECCF59F4B}"/>
              </a:ext>
            </a:extLst>
          </p:cNvPr>
          <p:cNvSpPr txBox="1"/>
          <p:nvPr/>
        </p:nvSpPr>
        <p:spPr>
          <a:xfrm>
            <a:off x="2133379" y="3057355"/>
            <a:ext cx="135138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de-DE" b="1">
                <a:solidFill>
                  <a:srgbClr val="DEB40B"/>
                </a:solidFill>
              </a:rPr>
              <a:t>!Vorschlag!</a:t>
            </a:r>
          </a:p>
        </p:txBody>
      </p:sp>
      <p:graphicFrame>
        <p:nvGraphicFramePr>
          <p:cNvPr id="9" name="Tabelle 8">
            <a:extLst>
              <a:ext uri="{FF2B5EF4-FFF2-40B4-BE49-F238E27FC236}">
                <a16:creationId xmlns:a16="http://schemas.microsoft.com/office/drawing/2014/main" id="{7C279E9E-CA10-5D14-1694-12DAFCBC91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2971815"/>
              </p:ext>
            </p:extLst>
          </p:nvPr>
        </p:nvGraphicFramePr>
        <p:xfrm>
          <a:off x="2132463" y="3429000"/>
          <a:ext cx="7925034" cy="101092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4067661">
                  <a:extLst>
                    <a:ext uri="{9D8B030D-6E8A-4147-A177-3AD203B41FA5}">
                      <a16:colId xmlns:a16="http://schemas.microsoft.com/office/drawing/2014/main" val="3942192864"/>
                    </a:ext>
                  </a:extLst>
                </a:gridCol>
                <a:gridCol w="3857373">
                  <a:extLst>
                    <a:ext uri="{9D8B030D-6E8A-4147-A177-3AD203B41FA5}">
                      <a16:colId xmlns:a16="http://schemas.microsoft.com/office/drawing/2014/main" val="138025102"/>
                    </a:ext>
                  </a:extLst>
                </a:gridCol>
              </a:tblGrid>
              <a:tr h="356419">
                <a:tc>
                  <a:txBody>
                    <a:bodyPr/>
                    <a:lstStyle/>
                    <a:p>
                      <a:r>
                        <a:rPr lang="de-DE">
                          <a:solidFill>
                            <a:srgbClr val="0072C7"/>
                          </a:solidFill>
                        </a:rPr>
                        <a:t>Industrie: "Was wurde behauptet?"</a:t>
                      </a:r>
                      <a:br>
                        <a:rPr lang="de-DE" dirty="0">
                          <a:solidFill>
                            <a:srgbClr val="0072C7"/>
                          </a:solidFill>
                        </a:rPr>
                      </a:br>
                      <a:r>
                        <a:rPr lang="de-DE">
                          <a:solidFill>
                            <a:srgbClr val="0072C7"/>
                          </a:solidFill>
                        </a:rPr>
                        <a:t>(z.B. Innovationsstopp)</a:t>
                      </a:r>
                      <a:endParaRPr lang="de-DE" dirty="0">
                        <a:solidFill>
                          <a:srgbClr val="0072C7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>
                          <a:solidFill>
                            <a:srgbClr val="0072C7"/>
                          </a:solidFill>
                        </a:rPr>
                        <a:t>NGOs/Wissenschaft: "Was wurde gefordert?" (z.B. Transparenz)</a:t>
                      </a:r>
                      <a:endParaRPr lang="de-DE" dirty="0">
                        <a:solidFill>
                          <a:srgbClr val="0072C7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34283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 dirty="0" err="1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35456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37779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A0034E89-1952-5288-08A0-70A4A73BE3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1648" y="491319"/>
            <a:ext cx="10991088" cy="1690048"/>
          </a:xfrm>
          <a:noFill/>
        </p:spPr>
        <p:txBody>
          <a:bodyPr rtlCol="0" anchor="ctr">
            <a:noAutofit/>
          </a:bodyPr>
          <a:lstStyle/>
          <a:p>
            <a:r>
              <a:rPr lang="de" sz="6000">
                <a:latin typeface="Aptos Display"/>
                <a:ea typeface="+mj-lt"/>
                <a:cs typeface="+mj-lt"/>
              </a:rPr>
              <a:t>Vorher vs. Nachher: Spurensuche im Gesetzestext</a:t>
            </a:r>
            <a:endParaRPr lang="de-DE" sz="6000">
              <a:latin typeface="Aptos Display"/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EACFB4FD-D566-D1F0-1DC4-F59CC1AB712C}"/>
              </a:ext>
            </a:extLst>
          </p:cNvPr>
          <p:cNvSpPr txBox="1"/>
          <p:nvPr/>
        </p:nvSpPr>
        <p:spPr>
          <a:xfrm>
            <a:off x="1989381" y="3429916"/>
            <a:ext cx="8209935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de" sz="2000">
                <a:solidFill>
                  <a:srgbClr val="03126A"/>
                </a:solidFill>
              </a:rPr>
              <a:t>Vergleich des Erstentwurfs mit der finalen Fassung.</a:t>
            </a:r>
            <a:endParaRPr lang="de" sz="2000"/>
          </a:p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de" sz="2000" b="1">
                <a:solidFill>
                  <a:srgbClr val="03126A"/>
                </a:solidFill>
              </a:rPr>
              <a:t>Fazit:</a:t>
            </a:r>
            <a:r>
              <a:rPr lang="de" sz="2000">
                <a:solidFill>
                  <a:srgbClr val="03126A"/>
                </a:solidFill>
              </a:rPr>
              <a:t> Wo hat sich die Lobby durchgesetzt? Wo ist sie gescheitert?</a:t>
            </a:r>
            <a:endParaRPr lang="de" sz="2000"/>
          </a:p>
          <a:p>
            <a:pPr algn="l"/>
            <a:endParaRPr lang="de-DE" sz="2000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28646CC3-405B-E83F-0D60-768F4AB564D8}"/>
              </a:ext>
            </a:extLst>
          </p:cNvPr>
          <p:cNvSpPr txBox="1"/>
          <p:nvPr/>
        </p:nvSpPr>
        <p:spPr>
          <a:xfrm>
            <a:off x="5420215" y="3063042"/>
            <a:ext cx="135138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de-DE" b="1">
                <a:solidFill>
                  <a:srgbClr val="DEB40B"/>
                </a:solidFill>
              </a:rPr>
              <a:t>!Vorschlag!</a:t>
            </a:r>
          </a:p>
        </p:txBody>
      </p:sp>
    </p:spTree>
    <p:extLst>
      <p:ext uri="{BB962C8B-B14F-4D97-AF65-F5344CB8AC3E}">
        <p14:creationId xmlns:p14="http://schemas.microsoft.com/office/powerpoint/2010/main" val="3058085568"/>
      </p:ext>
    </p:extLst>
  </p:cSld>
  <p:clrMapOvr>
    <a:masterClrMapping/>
  </p:clrMapOvr>
</p:sld>
</file>

<file path=ppt/theme/theme1.xml><?xml version="1.0" encoding="utf-8"?>
<a:theme xmlns:a="http://schemas.openxmlformats.org/drawingml/2006/main" name="Benutzerdefinierte">
  <a:themeElements>
    <a:clrScheme name="Blue spheres">
      <a:dk1>
        <a:srgbClr val="000000"/>
      </a:dk1>
      <a:lt1>
        <a:srgbClr val="FFFFFF"/>
      </a:lt1>
      <a:dk2>
        <a:srgbClr val="E3E7ED"/>
      </a:dk2>
      <a:lt2>
        <a:srgbClr val="E8E8E8"/>
      </a:lt2>
      <a:accent1>
        <a:srgbClr val="7673F7"/>
      </a:accent1>
      <a:accent2>
        <a:srgbClr val="B8C2FD"/>
      </a:accent2>
      <a:accent3>
        <a:srgbClr val="DFE3FC"/>
      </a:accent3>
      <a:accent4>
        <a:srgbClr val="55B3FD"/>
      </a:accent4>
      <a:accent5>
        <a:srgbClr val="99F7F7"/>
      </a:accent5>
      <a:accent6>
        <a:srgbClr val="FEE43F"/>
      </a:accent6>
      <a:hlink>
        <a:srgbClr val="467886"/>
      </a:hlink>
      <a:folHlink>
        <a:srgbClr val="96607D"/>
      </a:folHlink>
    </a:clrScheme>
    <a:fontScheme name="Custom 23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34076243_win32_CP_V3" id="{81AB0711-29F9-49D0-8A73-16AF25FD4C08}" vid="{D5AD44AB-53B9-4654-A4F8-1821A28F277A}"/>
    </a:ext>
  </a:extLst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9" ma:contentTypeDescription="Create a new document." ma:contentTypeScope="" ma:versionID="6a914531ae0f23be31da2eba1f3b42a9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ae00154c9e66547f022c4923f88826d6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EA9B47F-3DD8-4645-81DC-B88780643C07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D9F7D870-58E6-48A2-A932-190ED7A8A1D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0C07E3D-60A7-4F4E-8208-D9CCD01982CB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390</Words>
  <Application>Microsoft Office PowerPoint</Application>
  <PresentationFormat>Breitbild</PresentationFormat>
  <Paragraphs>111</Paragraphs>
  <Slides>6</Slides>
  <Notes>1</Notes>
  <HiddenSlides>0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7" baseType="lpstr">
      <vt:lpstr>Benutzerdefinierte</vt:lpstr>
      <vt:lpstr>INVESTIGATIVER BERICHT: [Name des Gesetzesvorhabens, z.B. AI Act]</vt:lpstr>
      <vt:lpstr>Der Fall: </vt:lpstr>
      <vt:lpstr>Das Netzwerk der Einflussnahme</vt:lpstr>
      <vt:lpstr>Das Treffen-Protokoll (Footprint)</vt:lpstr>
      <vt:lpstr>Narrative &amp; Strategien</vt:lpstr>
      <vt:lpstr>Vorher vs. Nachher: Spurensuche im Gesetzestext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209</cp:revision>
  <dcterms:created xsi:type="dcterms:W3CDTF">2026-05-08T08:30:53Z</dcterms:created>
  <dcterms:modified xsi:type="dcterms:W3CDTF">2026-05-10T17:11:29Z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